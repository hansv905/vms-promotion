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2F70"/>
    <a:srgbClr val="EEF9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65A7C-F376-4E23-9E63-A98D13F5B746}" v="39" dt="2025-10-31T09:07:03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95" d="100"/>
          <a:sy n="95" d="100"/>
        </p:scale>
        <p:origin x="68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yan KIM" userId="e95b24710d8f5a12" providerId="LiveId" clId="{D9EEB080-FC86-49BC-943D-2B8DB45D1991}"/>
    <pc:docChg chg="custSel modSld">
      <pc:chgData name="Hayan KIM" userId="e95b24710d8f5a12" providerId="LiveId" clId="{D9EEB080-FC86-49BC-943D-2B8DB45D1991}" dt="2025-09-25T02:26:38.927" v="97" actId="20577"/>
      <pc:docMkLst>
        <pc:docMk/>
      </pc:docMkLst>
      <pc:sldChg chg="modSp mod">
        <pc:chgData name="Hayan KIM" userId="e95b24710d8f5a12" providerId="LiveId" clId="{D9EEB080-FC86-49BC-943D-2B8DB45D1991}" dt="2025-09-25T02:26:38.927" v="97" actId="20577"/>
        <pc:sldMkLst>
          <pc:docMk/>
          <pc:sldMk cId="358509696" sldId="257"/>
        </pc:sldMkLst>
      </pc:sldChg>
    </pc:docChg>
  </pc:docChgLst>
  <pc:docChgLst>
    <pc:chgData name="정은 배" userId="1d1e948ca246afb2" providerId="LiveId" clId="{39DEB52F-ED3E-4186-ADE3-060471D3DCE5}"/>
    <pc:docChg chg="undo custSel addSld delSld modSld sldOrd">
      <pc:chgData name="정은 배" userId="1d1e948ca246afb2" providerId="LiveId" clId="{39DEB52F-ED3E-4186-ADE3-060471D3DCE5}" dt="2025-10-31T09:07:30.388" v="3876" actId="14100"/>
      <pc:docMkLst>
        <pc:docMk/>
      </pc:docMkLst>
      <pc:sldChg chg="add ord setBg">
        <pc:chgData name="정은 배" userId="1d1e948ca246afb2" providerId="LiveId" clId="{39DEB52F-ED3E-4186-ADE3-060471D3DCE5}" dt="2025-10-31T05:56:17.286" v="3770"/>
        <pc:sldMkLst>
          <pc:docMk/>
          <pc:sldMk cId="0" sldId="256"/>
        </pc:sldMkLst>
      </pc:sldChg>
      <pc:sldChg chg="del">
        <pc:chgData name="정은 배" userId="1d1e948ca246afb2" providerId="LiveId" clId="{39DEB52F-ED3E-4186-ADE3-060471D3DCE5}" dt="2025-09-25T01:41:48.946" v="144" actId="2696"/>
        <pc:sldMkLst>
          <pc:docMk/>
          <pc:sldMk cId="237059444" sldId="256"/>
        </pc:sldMkLst>
      </pc:sldChg>
      <pc:sldChg chg="addSp delSp modSp mod">
        <pc:chgData name="정은 배" userId="1d1e948ca246afb2" providerId="LiveId" clId="{39DEB52F-ED3E-4186-ADE3-060471D3DCE5}" dt="2025-10-31T05:54:02.085" v="3655" actId="1076"/>
        <pc:sldMkLst>
          <pc:docMk/>
          <pc:sldMk cId="358509696" sldId="257"/>
        </pc:sldMkLst>
        <pc:spChg chg="add mod">
          <ac:chgData name="정은 배" userId="1d1e948ca246afb2" providerId="LiveId" clId="{39DEB52F-ED3E-4186-ADE3-060471D3DCE5}" dt="2025-10-31T05:41:00.526" v="3338" actId="767"/>
          <ac:spMkLst>
            <pc:docMk/>
            <pc:sldMk cId="358509696" sldId="257"/>
            <ac:spMk id="2" creationId="{CF4A70FB-E870-7CAC-2567-82285AF46B7D}"/>
          </ac:spMkLst>
        </pc:spChg>
        <pc:spChg chg="add mod">
          <ac:chgData name="정은 배" userId="1d1e948ca246afb2" providerId="LiveId" clId="{39DEB52F-ED3E-4186-ADE3-060471D3DCE5}" dt="2025-10-31T05:54:02.085" v="3655" actId="1076"/>
          <ac:spMkLst>
            <pc:docMk/>
            <pc:sldMk cId="358509696" sldId="257"/>
            <ac:spMk id="3" creationId="{0FFCDA42-CF90-F3A6-864A-A262022A5105}"/>
          </ac:spMkLst>
        </pc:spChg>
        <pc:spChg chg="add mod">
          <ac:chgData name="정은 배" userId="1d1e948ca246afb2" providerId="LiveId" clId="{39DEB52F-ED3E-4186-ADE3-060471D3DCE5}" dt="2025-10-31T05:06:42.202" v="3266" actId="14100"/>
          <ac:spMkLst>
            <pc:docMk/>
            <pc:sldMk cId="358509696" sldId="257"/>
            <ac:spMk id="7" creationId="{1E7E1D1D-25CD-E548-77FB-83475D843670}"/>
          </ac:spMkLst>
        </pc:spChg>
        <pc:spChg chg="del mod">
          <ac:chgData name="정은 배" userId="1d1e948ca246afb2" providerId="LiveId" clId="{39DEB52F-ED3E-4186-ADE3-060471D3DCE5}" dt="2025-10-31T03:26:34.791" v="3199" actId="478"/>
          <ac:spMkLst>
            <pc:docMk/>
            <pc:sldMk cId="358509696" sldId="257"/>
            <ac:spMk id="7" creationId="{F9AAAC2A-1AAF-9B20-306C-20B6E3A30375}"/>
          </ac:spMkLst>
        </pc:spChg>
        <pc:spChg chg="add mod">
          <ac:chgData name="정은 배" userId="1d1e948ca246afb2" providerId="LiveId" clId="{39DEB52F-ED3E-4186-ADE3-060471D3DCE5}" dt="2025-10-31T05:07:30.926" v="3275" actId="1076"/>
          <ac:spMkLst>
            <pc:docMk/>
            <pc:sldMk cId="358509696" sldId="257"/>
            <ac:spMk id="11" creationId="{DB9922E8-F9B5-2E1A-C96D-D541A12A163B}"/>
          </ac:spMkLst>
        </pc:spChg>
        <pc:spChg chg="add mod">
          <ac:chgData name="정은 배" userId="1d1e948ca246afb2" providerId="LiveId" clId="{39DEB52F-ED3E-4186-ADE3-060471D3DCE5}" dt="2025-10-31T05:07:30.926" v="3275" actId="1076"/>
          <ac:spMkLst>
            <pc:docMk/>
            <pc:sldMk cId="358509696" sldId="257"/>
            <ac:spMk id="12" creationId="{7F0E5E09-C73D-AEF3-036D-BB18A604979F}"/>
          </ac:spMkLst>
        </pc:spChg>
        <pc:spChg chg="add mod">
          <ac:chgData name="정은 배" userId="1d1e948ca246afb2" providerId="LiveId" clId="{39DEB52F-ED3E-4186-ADE3-060471D3DCE5}" dt="2025-10-31T05:36:26.584" v="3319" actId="1076"/>
          <ac:spMkLst>
            <pc:docMk/>
            <pc:sldMk cId="358509696" sldId="257"/>
            <ac:spMk id="13" creationId="{88B80175-4674-73F0-1D3E-C81F0265031A}"/>
          </ac:spMkLst>
        </pc:spChg>
        <pc:spChg chg="add mod">
          <ac:chgData name="정은 배" userId="1d1e948ca246afb2" providerId="LiveId" clId="{39DEB52F-ED3E-4186-ADE3-060471D3DCE5}" dt="2025-10-31T05:53:52.467" v="3646" actId="1076"/>
          <ac:spMkLst>
            <pc:docMk/>
            <pc:sldMk cId="358509696" sldId="257"/>
            <ac:spMk id="14" creationId="{F2021F8B-6A0B-6D83-A5C9-3DEB47F226B3}"/>
          </ac:spMkLst>
        </pc:spChg>
        <pc:spChg chg="add del mod">
          <ac:chgData name="정은 배" userId="1d1e948ca246afb2" providerId="LiveId" clId="{39DEB52F-ED3E-4186-ADE3-060471D3DCE5}" dt="2025-10-31T05:53:41.195" v="3639" actId="478"/>
          <ac:spMkLst>
            <pc:docMk/>
            <pc:sldMk cId="358509696" sldId="257"/>
            <ac:spMk id="16" creationId="{34F7C2EA-AFDD-751B-8F73-3F81DAEE2882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2" creationId="{14F8E83D-7FA7-39E7-BF2C-657CAB8464F7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3" creationId="{2D0644B3-866B-75F3-F722-5B459C59208E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4" creationId="{F607F730-2119-4373-0ECD-538589B0EB1F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5" creationId="{BC0B855C-188E-FE40-61CC-9EBB77722273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6" creationId="{CCE540E3-4ABB-4587-6771-94C5A8B2908D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7" creationId="{C0867B0E-D0C8-D310-B7EA-FE793EEE9A22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39" creationId="{C1804BDD-1947-82FC-614E-6DBF33CA715B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41" creationId="{FBF38F3F-D7FF-61C2-A375-9D54B8D78BE4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42" creationId="{849EA28A-6326-F4E1-F362-C0610B27DA98}"/>
          </ac:spMkLst>
        </pc:spChg>
        <pc:spChg chg="add del mod">
          <ac:chgData name="정은 배" userId="1d1e948ca246afb2" providerId="LiveId" clId="{39DEB52F-ED3E-4186-ADE3-060471D3DCE5}" dt="2025-10-30T06:59:18.053" v="3155" actId="478"/>
          <ac:spMkLst>
            <pc:docMk/>
            <pc:sldMk cId="358509696" sldId="257"/>
            <ac:spMk id="43" creationId="{CEA4BB0C-D645-8C4C-6739-F6BCFE2244BF}"/>
          </ac:spMkLst>
        </pc:spChg>
        <pc:picChg chg="add del mod">
          <ac:chgData name="정은 배" userId="1d1e948ca246afb2" providerId="LiveId" clId="{39DEB52F-ED3E-4186-ADE3-060471D3DCE5}" dt="2025-10-31T05:07:19.077" v="3271" actId="21"/>
          <ac:picMkLst>
            <pc:docMk/>
            <pc:sldMk cId="358509696" sldId="257"/>
            <ac:picMk id="2" creationId="{ABDF21DE-4451-B170-7E31-539E7448C81E}"/>
          </ac:picMkLst>
        </pc:picChg>
        <pc:picChg chg="add del mod">
          <ac:chgData name="정은 배" userId="1d1e948ca246afb2" providerId="LiveId" clId="{39DEB52F-ED3E-4186-ADE3-060471D3DCE5}" dt="2025-10-31T05:07:19.077" v="3271" actId="21"/>
          <ac:picMkLst>
            <pc:docMk/>
            <pc:sldMk cId="358509696" sldId="257"/>
            <ac:picMk id="3" creationId="{B270EC54-EEB1-F3C4-6B01-3EE85F5F415F}"/>
          </ac:picMkLst>
        </pc:picChg>
        <pc:picChg chg="add mod">
          <ac:chgData name="정은 배" userId="1d1e948ca246afb2" providerId="LiveId" clId="{39DEB52F-ED3E-4186-ADE3-060471D3DCE5}" dt="2025-10-31T03:32:01.408" v="3219" actId="1076"/>
          <ac:picMkLst>
            <pc:docMk/>
            <pc:sldMk cId="358509696" sldId="257"/>
            <ac:picMk id="4" creationId="{32A2225F-4549-F871-8FD9-3E7F0066F1E8}"/>
          </ac:picMkLst>
        </pc:picChg>
        <pc:picChg chg="add del mod">
          <ac:chgData name="정은 배" userId="1d1e948ca246afb2" providerId="LiveId" clId="{39DEB52F-ED3E-4186-ADE3-060471D3DCE5}" dt="2025-10-31T05:07:19.077" v="3271" actId="21"/>
          <ac:picMkLst>
            <pc:docMk/>
            <pc:sldMk cId="358509696" sldId="257"/>
            <ac:picMk id="5" creationId="{6521FD56-2CE6-41B9-D0D2-5C42E5B27801}"/>
          </ac:picMkLst>
        </pc:picChg>
        <pc:picChg chg="add mod">
          <ac:chgData name="정은 배" userId="1d1e948ca246afb2" providerId="LiveId" clId="{39DEB52F-ED3E-4186-ADE3-060471D3DCE5}" dt="2025-10-31T05:06:31.538" v="3263" actId="1076"/>
          <ac:picMkLst>
            <pc:docMk/>
            <pc:sldMk cId="358509696" sldId="257"/>
            <ac:picMk id="8" creationId="{08439854-D087-B382-2542-8A8A8DD8D8BE}"/>
          </ac:picMkLst>
        </pc:picChg>
        <pc:picChg chg="add del mod">
          <ac:chgData name="정은 배" userId="1d1e948ca246afb2" providerId="LiveId" clId="{39DEB52F-ED3E-4186-ADE3-060471D3DCE5}" dt="2025-10-31T03:27:08.370" v="3208" actId="21"/>
          <ac:picMkLst>
            <pc:docMk/>
            <pc:sldMk cId="358509696" sldId="257"/>
            <ac:picMk id="9" creationId="{5A1A0998-F55B-2E97-6F3A-939E44B73AC8}"/>
          </ac:picMkLst>
        </pc:picChg>
        <pc:picChg chg="add mod">
          <ac:chgData name="정은 배" userId="1d1e948ca246afb2" providerId="LiveId" clId="{39DEB52F-ED3E-4186-ADE3-060471D3DCE5}" dt="2025-10-31T05:07:30.926" v="3275" actId="1076"/>
          <ac:picMkLst>
            <pc:docMk/>
            <pc:sldMk cId="358509696" sldId="257"/>
            <ac:picMk id="9" creationId="{B439E103-05A1-EB70-4B96-A8359663E024}"/>
          </ac:picMkLst>
        </pc:picChg>
        <pc:picChg chg="add mod">
          <ac:chgData name="정은 배" userId="1d1e948ca246afb2" providerId="LiveId" clId="{39DEB52F-ED3E-4186-ADE3-060471D3DCE5}" dt="2025-10-31T05:07:30.926" v="3275" actId="1076"/>
          <ac:picMkLst>
            <pc:docMk/>
            <pc:sldMk cId="358509696" sldId="257"/>
            <ac:picMk id="10" creationId="{A22570BF-F789-179F-A045-5A1FD61CC8E4}"/>
          </ac:picMkLst>
        </pc:picChg>
        <pc:cxnChg chg="add del">
          <ac:chgData name="정은 배" userId="1d1e948ca246afb2" providerId="LiveId" clId="{39DEB52F-ED3E-4186-ADE3-060471D3DCE5}" dt="2025-10-31T05:52:50.522" v="3625" actId="478"/>
          <ac:cxnSpMkLst>
            <pc:docMk/>
            <pc:sldMk cId="358509696" sldId="257"/>
            <ac:cxnSpMk id="15" creationId="{684C8FC1-27C6-8061-BCF9-43D8384FCE47}"/>
          </ac:cxnSpMkLst>
        </pc:cxnChg>
      </pc:sldChg>
      <pc:sldChg chg="addSp delSp modSp add mod">
        <pc:chgData name="정은 배" userId="1d1e948ca246afb2" providerId="LiveId" clId="{39DEB52F-ED3E-4186-ADE3-060471D3DCE5}" dt="2025-10-31T09:07:30.388" v="3876" actId="14100"/>
        <pc:sldMkLst>
          <pc:docMk/>
          <pc:sldMk cId="3498292553" sldId="258"/>
        </pc:sldMkLst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2" creationId="{0B98CA0E-67D3-BE4E-5346-CCCA52061AA4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3" creationId="{453E41C3-9D82-0828-C564-B8E2D541F8C6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4" creationId="{86F61848-F7EC-CDF7-0DF5-7DEDC20A612A}"/>
          </ac:spMkLst>
        </pc:spChg>
        <pc:spChg chg="del mod">
          <ac:chgData name="정은 배" userId="1d1e948ca246afb2" providerId="LiveId" clId="{39DEB52F-ED3E-4186-ADE3-060471D3DCE5}" dt="2025-10-30T05:21:25.014" v="3112" actId="478"/>
          <ac:spMkLst>
            <pc:docMk/>
            <pc:sldMk cId="3498292553" sldId="258"/>
            <ac:spMk id="7" creationId="{6CDBC7A8-E900-4DC9-B524-2FF6FBAADD21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7" creationId="{AA82A39E-8616-6AD5-7E60-3E6A9F71DF3B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8" creationId="{94C4B170-874E-9B04-2E32-1AB1798805D9}"/>
          </ac:spMkLst>
        </pc:spChg>
        <pc:spChg chg="add mod">
          <ac:chgData name="정은 배" userId="1d1e948ca246afb2" providerId="LiveId" clId="{39DEB52F-ED3E-4186-ADE3-060471D3DCE5}" dt="2025-10-31T09:07:30.388" v="3876" actId="14100"/>
          <ac:spMkLst>
            <pc:docMk/>
            <pc:sldMk cId="3498292553" sldId="258"/>
            <ac:spMk id="9" creationId="{E6F82EA1-6E89-3486-8082-E77D77E1676A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10" creationId="{ED9ACF7F-D854-3B7B-5F73-29391B8A613C}"/>
          </ac:spMkLst>
        </pc:spChg>
        <pc:spChg chg="add del mod">
          <ac:chgData name="정은 배" userId="1d1e948ca246afb2" providerId="LiveId" clId="{39DEB52F-ED3E-4186-ADE3-060471D3DCE5}" dt="2025-10-31T05:47:09.335" v="3529" actId="478"/>
          <ac:spMkLst>
            <pc:docMk/>
            <pc:sldMk cId="3498292553" sldId="258"/>
            <ac:spMk id="11" creationId="{D7A8BEF6-5AE7-2A29-BEC0-8FB10058BD2A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12" creationId="{F8D261EE-5C40-061B-FAD8-3DCC9A8FF36C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13" creationId="{FB777BC1-AE9B-2CAA-1A72-CA0533C2D77D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14" creationId="{566DE9B4-D073-91C5-DF04-7056EE908E7C}"/>
          </ac:spMkLst>
        </pc:spChg>
        <pc:spChg chg="add mod">
          <ac:chgData name="정은 배" userId="1d1e948ca246afb2" providerId="LiveId" clId="{39DEB52F-ED3E-4186-ADE3-060471D3DCE5}" dt="2025-10-31T05:51:08.792" v="3610" actId="1076"/>
          <ac:spMkLst>
            <pc:docMk/>
            <pc:sldMk cId="3498292553" sldId="258"/>
            <ac:spMk id="17" creationId="{31E4D4F6-A1C3-5CE0-4F90-F244FCC5B9D6}"/>
          </ac:spMkLst>
        </pc:spChg>
        <pc:spChg chg="add mod">
          <ac:chgData name="정은 배" userId="1d1e948ca246afb2" providerId="LiveId" clId="{39DEB52F-ED3E-4186-ADE3-060471D3DCE5}" dt="2025-10-31T05:51:52.489" v="3622" actId="1076"/>
          <ac:spMkLst>
            <pc:docMk/>
            <pc:sldMk cId="3498292553" sldId="258"/>
            <ac:spMk id="19" creationId="{40EBEAFB-EBED-AA1F-4C6B-4643C9064777}"/>
          </ac:spMkLst>
        </pc:spChg>
        <pc:spChg chg="add mod">
          <ac:chgData name="정은 배" userId="1d1e948ca246afb2" providerId="LiveId" clId="{39DEB52F-ED3E-4186-ADE3-060471D3DCE5}" dt="2025-10-31T05:51:57.658" v="3623" actId="1076"/>
          <ac:spMkLst>
            <pc:docMk/>
            <pc:sldMk cId="3498292553" sldId="258"/>
            <ac:spMk id="20" creationId="{DCBEFFC1-AB6C-305F-6131-D82691F02DEE}"/>
          </ac:spMkLst>
        </pc:spChg>
        <pc:spChg chg="add mod">
          <ac:chgData name="정은 배" userId="1d1e948ca246afb2" providerId="LiveId" clId="{39DEB52F-ED3E-4186-ADE3-060471D3DCE5}" dt="2025-10-31T05:54:37.362" v="3699" actId="5793"/>
          <ac:spMkLst>
            <pc:docMk/>
            <pc:sldMk cId="3498292553" sldId="258"/>
            <ac:spMk id="21" creationId="{B12A8FF3-5531-9196-4CBC-A397AAE4E946}"/>
          </ac:spMkLst>
        </pc:spChg>
        <pc:spChg chg="add mod">
          <ac:chgData name="정은 배" userId="1d1e948ca246afb2" providerId="LiveId" clId="{39DEB52F-ED3E-4186-ADE3-060471D3DCE5}" dt="2025-10-31T05:56:57.838" v="3785" actId="20577"/>
          <ac:spMkLst>
            <pc:docMk/>
            <pc:sldMk cId="3498292553" sldId="258"/>
            <ac:spMk id="22" creationId="{55D5362F-4DB6-311E-BDB7-82E4FACD8C65}"/>
          </ac:spMkLst>
        </pc:spChg>
        <pc:spChg chg="add mod">
          <ac:chgData name="정은 배" userId="1d1e948ca246afb2" providerId="LiveId" clId="{39DEB52F-ED3E-4186-ADE3-060471D3DCE5}" dt="2025-10-31T05:55:00.927" v="3708" actId="14100"/>
          <ac:spMkLst>
            <pc:docMk/>
            <pc:sldMk cId="3498292553" sldId="258"/>
            <ac:spMk id="23" creationId="{343B7896-1044-24B7-17C3-59B2E2B5AECC}"/>
          </ac:spMkLst>
        </pc:spChg>
        <pc:spChg chg="add mod">
          <ac:chgData name="정은 배" userId="1d1e948ca246afb2" providerId="LiveId" clId="{39DEB52F-ED3E-4186-ADE3-060471D3DCE5}" dt="2025-10-31T05:55:23.101" v="3718" actId="14100"/>
          <ac:spMkLst>
            <pc:docMk/>
            <pc:sldMk cId="3498292553" sldId="258"/>
            <ac:spMk id="24" creationId="{C78FB6DE-9363-02D1-2566-2A393F836449}"/>
          </ac:spMkLst>
        </pc:spChg>
        <pc:spChg chg="add mod">
          <ac:chgData name="정은 배" userId="1d1e948ca246afb2" providerId="LiveId" clId="{39DEB52F-ED3E-4186-ADE3-060471D3DCE5}" dt="2025-10-31T05:55:50.037" v="3766" actId="20577"/>
          <ac:spMkLst>
            <pc:docMk/>
            <pc:sldMk cId="3498292553" sldId="258"/>
            <ac:spMk id="25" creationId="{AA4877BB-AECC-1C3E-3BFF-DEE9CFA07E2A}"/>
          </ac:spMkLst>
        </pc:spChg>
        <pc:spChg chg="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37" creationId="{95CBDBCF-EA38-60D3-F2C7-80452423E9D7}"/>
          </ac:spMkLst>
        </pc:spChg>
        <pc:spChg chg="add del mod">
          <ac:chgData name="정은 배" userId="1d1e948ca246afb2" providerId="LiveId" clId="{39DEB52F-ED3E-4186-ADE3-060471D3DCE5}" dt="2025-10-30T06:54:02.621" v="3130" actId="478"/>
          <ac:spMkLst>
            <pc:docMk/>
            <pc:sldMk cId="3498292553" sldId="258"/>
            <ac:spMk id="38" creationId="{BFEABE14-2675-95EA-A00F-C412D6C8AB3F}"/>
          </ac:spMkLst>
        </pc:spChg>
        <pc:spChg chg="add mod">
          <ac:chgData name="정은 배" userId="1d1e948ca246afb2" providerId="LiveId" clId="{39DEB52F-ED3E-4186-ADE3-060471D3DCE5}" dt="2025-10-30T05:37:24.602" v="3123" actId="14100"/>
          <ac:spMkLst>
            <pc:docMk/>
            <pc:sldMk cId="3498292553" sldId="258"/>
            <ac:spMk id="39" creationId="{8D6EC465-6643-0DE5-DB17-0DA6F0F8990B}"/>
          </ac:spMkLst>
        </pc:spChg>
        <pc:spChg chg="add mod">
          <ac:chgData name="정은 배" userId="1d1e948ca246afb2" providerId="LiveId" clId="{39DEB52F-ED3E-4186-ADE3-060471D3DCE5}" dt="2025-10-30T05:21:32.594" v="3113" actId="1076"/>
          <ac:spMkLst>
            <pc:docMk/>
            <pc:sldMk cId="3498292553" sldId="258"/>
            <ac:spMk id="41" creationId="{742F8778-ABC5-B508-F79D-030492F2A6F4}"/>
          </ac:spMkLst>
        </pc:spChg>
        <pc:spChg chg="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42" creationId="{87591026-FBBF-ADD0-374B-E72B8BD4AA31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43" creationId="{CF5B84F6-E709-7907-3CCC-0AAEC0EDB711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45" creationId="{8D928BAB-BE9E-5F67-45A2-6107D0975CD0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49" creationId="{A194AA5E-69F5-FB62-C781-FE6E304C9F6B}"/>
          </ac:spMkLst>
        </pc:spChg>
        <pc:spChg chg="add mod">
          <ac:chgData name="정은 배" userId="1d1e948ca246afb2" providerId="LiveId" clId="{39DEB52F-ED3E-4186-ADE3-060471D3DCE5}" dt="2025-10-30T05:37:10.844" v="3118" actId="1076"/>
          <ac:spMkLst>
            <pc:docMk/>
            <pc:sldMk cId="3498292553" sldId="258"/>
            <ac:spMk id="51" creationId="{8A3D46C1-3425-51EF-12E8-6DA16A0CB1CF}"/>
          </ac:spMkLst>
        </pc:spChg>
        <pc:spChg chg="add del mod">
          <ac:chgData name="정은 배" userId="1d1e948ca246afb2" providerId="LiveId" clId="{39DEB52F-ED3E-4186-ADE3-060471D3DCE5}" dt="2025-10-30T05:21:06.599" v="3075" actId="478"/>
          <ac:spMkLst>
            <pc:docMk/>
            <pc:sldMk cId="3498292553" sldId="258"/>
            <ac:spMk id="52" creationId="{E02CD468-80F0-A2FC-7ACF-820B9AF94317}"/>
          </ac:spMkLst>
        </pc:spChg>
        <pc:spChg chg="add del mod">
          <ac:chgData name="정은 배" userId="1d1e948ca246afb2" providerId="LiveId" clId="{39DEB52F-ED3E-4186-ADE3-060471D3DCE5}" dt="2025-10-30T06:54:02.621" v="3130" actId="478"/>
          <ac:spMkLst>
            <pc:docMk/>
            <pc:sldMk cId="3498292553" sldId="258"/>
            <ac:spMk id="64" creationId="{A8AA69DC-4202-508F-307A-112C4B12820A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65" creationId="{2C482776-11CB-9E5F-3515-73466C059930}"/>
          </ac:spMkLst>
        </pc:spChg>
        <pc:spChg chg="add mod">
          <ac:chgData name="정은 배" userId="1d1e948ca246afb2" providerId="LiveId" clId="{39DEB52F-ED3E-4186-ADE3-060471D3DCE5}" dt="2025-10-30T05:21:32.594" v="3113" actId="1076"/>
          <ac:spMkLst>
            <pc:docMk/>
            <pc:sldMk cId="3498292553" sldId="258"/>
            <ac:spMk id="66" creationId="{47A3A681-5B89-C7DD-3F8D-24E3D0F4B476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67" creationId="{00EF31CE-0761-BDA7-F0C7-1B6C9A60BED3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68" creationId="{8505F6AC-EE87-9C4B-BFAA-F2A628B4D500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69" creationId="{77642CD5-4909-9069-EE59-C2808A2E4976}"/>
          </ac:spMkLst>
        </pc:spChg>
        <pc:spChg chg="add del mod">
          <ac:chgData name="정은 배" userId="1d1e948ca246afb2" providerId="LiveId" clId="{39DEB52F-ED3E-4186-ADE3-060471D3DCE5}" dt="2025-10-30T06:54:00.452" v="3129" actId="478"/>
          <ac:spMkLst>
            <pc:docMk/>
            <pc:sldMk cId="3498292553" sldId="258"/>
            <ac:spMk id="70" creationId="{319ED886-F756-B306-345E-C2C7C584A67A}"/>
          </ac:spMkLst>
        </pc:spChg>
        <pc:spChg chg="add del mod">
          <ac:chgData name="정은 배" userId="1d1e948ca246afb2" providerId="LiveId" clId="{39DEB52F-ED3E-4186-ADE3-060471D3DCE5}" dt="2025-10-30T06:59:13.182" v="3154" actId="478"/>
          <ac:spMkLst>
            <pc:docMk/>
            <pc:sldMk cId="3498292553" sldId="258"/>
            <ac:spMk id="71" creationId="{41F8ADD4-2AC9-EFE0-CD1F-403AF4CE1146}"/>
          </ac:spMkLst>
        </pc:spChg>
        <pc:spChg chg="add mod">
          <ac:chgData name="정은 배" userId="1d1e948ca246afb2" providerId="LiveId" clId="{39DEB52F-ED3E-4186-ADE3-060471D3DCE5}" dt="2025-10-30T05:01:12.511" v="2692" actId="14100"/>
          <ac:spMkLst>
            <pc:docMk/>
            <pc:sldMk cId="3498292553" sldId="258"/>
            <ac:spMk id="72" creationId="{9EFF7E34-F558-1440-508D-510348801B10}"/>
          </ac:spMkLst>
        </pc:spChg>
        <pc:spChg chg="add mod">
          <ac:chgData name="정은 배" userId="1d1e948ca246afb2" providerId="LiveId" clId="{39DEB52F-ED3E-4186-ADE3-060471D3DCE5}" dt="2025-10-30T05:01:30.976" v="2695" actId="1076"/>
          <ac:spMkLst>
            <pc:docMk/>
            <pc:sldMk cId="3498292553" sldId="258"/>
            <ac:spMk id="74" creationId="{F522A88E-E682-AF57-8E19-28CA6DECDE6B}"/>
          </ac:spMkLst>
        </pc:spChg>
        <pc:spChg chg="add mod">
          <ac:chgData name="정은 배" userId="1d1e948ca246afb2" providerId="LiveId" clId="{39DEB52F-ED3E-4186-ADE3-060471D3DCE5}" dt="2025-10-30T05:01:22.605" v="2693" actId="14100"/>
          <ac:spMkLst>
            <pc:docMk/>
            <pc:sldMk cId="3498292553" sldId="258"/>
            <ac:spMk id="75" creationId="{E908327C-454D-A800-1B8E-9BF36EF65E52}"/>
          </ac:spMkLst>
        </pc:spChg>
        <pc:spChg chg="add mod">
          <ac:chgData name="정은 배" userId="1d1e948ca246afb2" providerId="LiveId" clId="{39DEB52F-ED3E-4186-ADE3-060471D3DCE5}" dt="2025-10-30T05:01:26.010" v="2694" actId="1076"/>
          <ac:spMkLst>
            <pc:docMk/>
            <pc:sldMk cId="3498292553" sldId="258"/>
            <ac:spMk id="76" creationId="{1E047166-8614-E8C9-3701-6C316977DE76}"/>
          </ac:spMkLst>
        </pc:spChg>
        <pc:spChg chg="add del mod">
          <ac:chgData name="정은 배" userId="1d1e948ca246afb2" providerId="LiveId" clId="{39DEB52F-ED3E-4186-ADE3-060471D3DCE5}" dt="2025-10-30T07:00:24.817" v="3170" actId="478"/>
          <ac:spMkLst>
            <pc:docMk/>
            <pc:sldMk cId="3498292553" sldId="258"/>
            <ac:spMk id="87" creationId="{6B12B610-7588-A7B5-3EEA-7E17EE7C18BD}"/>
          </ac:spMkLst>
        </pc:spChg>
        <pc:spChg chg="mod">
          <ac:chgData name="정은 배" userId="1d1e948ca246afb2" providerId="LiveId" clId="{39DEB52F-ED3E-4186-ADE3-060471D3DCE5}" dt="2025-10-30T05:38:37.694" v="3124" actId="14100"/>
          <ac:spMkLst>
            <pc:docMk/>
            <pc:sldMk cId="3498292553" sldId="258"/>
            <ac:spMk id="92" creationId="{C5E532C7-7B76-3B5B-02AD-9C3E757A8DF9}"/>
          </ac:spMkLst>
        </pc:spChg>
        <pc:spChg chg="mod">
          <ac:chgData name="정은 배" userId="1d1e948ca246afb2" providerId="LiveId" clId="{39DEB52F-ED3E-4186-ADE3-060471D3DCE5}" dt="2025-10-30T05:38:51.148" v="3128" actId="1076"/>
          <ac:spMkLst>
            <pc:docMk/>
            <pc:sldMk cId="3498292553" sldId="258"/>
            <ac:spMk id="93" creationId="{DC10F513-D6D7-E8E5-0DA7-4C90C0E586C3}"/>
          </ac:spMkLst>
        </pc:spChg>
        <pc:spChg chg="mod">
          <ac:chgData name="정은 배" userId="1d1e948ca246afb2" providerId="LiveId" clId="{39DEB52F-ED3E-4186-ADE3-060471D3DCE5}" dt="2025-10-30T05:38:44.827" v="3126" actId="1076"/>
          <ac:spMkLst>
            <pc:docMk/>
            <pc:sldMk cId="3498292553" sldId="258"/>
            <ac:spMk id="94" creationId="{6B4A60CB-0249-F7DA-78C1-4C559D956E51}"/>
          </ac:spMkLst>
        </pc:spChg>
        <pc:spChg chg="mod">
          <ac:chgData name="정은 배" userId="1d1e948ca246afb2" providerId="LiveId" clId="{39DEB52F-ED3E-4186-ADE3-060471D3DCE5}" dt="2025-10-30T05:38:47.362" v="3127" actId="1076"/>
          <ac:spMkLst>
            <pc:docMk/>
            <pc:sldMk cId="3498292553" sldId="258"/>
            <ac:spMk id="95" creationId="{5B8FD9FA-9E4F-5AB1-A2C1-10DA9D31F19D}"/>
          </ac:spMkLst>
        </pc:spChg>
        <pc:spChg chg="add mod">
          <ac:chgData name="정은 배" userId="1d1e948ca246afb2" providerId="LiveId" clId="{39DEB52F-ED3E-4186-ADE3-060471D3DCE5}" dt="2025-10-30T05:37:05.045" v="3116" actId="1076"/>
          <ac:spMkLst>
            <pc:docMk/>
            <pc:sldMk cId="3498292553" sldId="258"/>
            <ac:spMk id="97" creationId="{7D9F42D9-59E7-A3E2-F857-A844D4B9A4F7}"/>
          </ac:spMkLst>
        </pc:spChg>
        <pc:grpChg chg="add mod">
          <ac:chgData name="정은 배" userId="1d1e948ca246afb2" providerId="LiveId" clId="{39DEB52F-ED3E-4186-ADE3-060471D3DCE5}" dt="2025-10-30T05:37:05.045" v="3116" actId="1076"/>
          <ac:grpSpMkLst>
            <pc:docMk/>
            <pc:sldMk cId="3498292553" sldId="258"/>
            <ac:grpSpMk id="89" creationId="{304B7746-DA2C-1680-8C9F-95016DB81990}"/>
          </ac:grpSpMkLst>
        </pc:grpChg>
        <pc:grpChg chg="add mod">
          <ac:chgData name="정은 배" userId="1d1e948ca246afb2" providerId="LiveId" clId="{39DEB52F-ED3E-4186-ADE3-060471D3DCE5}" dt="2025-10-30T05:37:05.045" v="3116" actId="1076"/>
          <ac:grpSpMkLst>
            <pc:docMk/>
            <pc:sldMk cId="3498292553" sldId="258"/>
            <ac:grpSpMk id="90" creationId="{75884880-AE18-C5C2-9DCE-78C2090A987B}"/>
          </ac:grpSpMkLst>
        </pc:grpChg>
        <pc:picChg chg="add del mod">
          <ac:chgData name="정은 배" userId="1d1e948ca246afb2" providerId="LiveId" clId="{39DEB52F-ED3E-4186-ADE3-060471D3DCE5}" dt="2025-10-30T05:21:03.901" v="3074" actId="478"/>
          <ac:picMkLst>
            <pc:docMk/>
            <pc:sldMk cId="3498292553" sldId="258"/>
            <ac:picMk id="2" creationId="{2A8B3BBB-B671-2A0D-64E9-19F62F94A192}"/>
          </ac:picMkLst>
        </pc:picChg>
        <pc:picChg chg="add del mod">
          <ac:chgData name="정은 배" userId="1d1e948ca246afb2" providerId="LiveId" clId="{39DEB52F-ED3E-4186-ADE3-060471D3DCE5}" dt="2025-10-30T06:59:24.330" v="3156" actId="21"/>
          <ac:picMkLst>
            <pc:docMk/>
            <pc:sldMk cId="3498292553" sldId="258"/>
            <ac:picMk id="4" creationId="{32A2225F-4549-F871-8FD9-3E7F0066F1E8}"/>
          </ac:picMkLst>
        </pc:picChg>
        <pc:picChg chg="add mod">
          <ac:chgData name="정은 배" userId="1d1e948ca246afb2" providerId="LiveId" clId="{39DEB52F-ED3E-4186-ADE3-060471D3DCE5}" dt="2025-10-31T05:51:20.475" v="3612" actId="1076"/>
          <ac:picMkLst>
            <pc:docMk/>
            <pc:sldMk cId="3498292553" sldId="258"/>
            <ac:picMk id="5" creationId="{BABB07DB-EAEC-5DD4-DB59-F82ACB7AC032}"/>
          </ac:picMkLst>
        </pc:picChg>
        <pc:picChg chg="add del mod">
          <ac:chgData name="정은 배" userId="1d1e948ca246afb2" providerId="LiveId" clId="{39DEB52F-ED3E-4186-ADE3-060471D3DCE5}" dt="2025-10-30T06:59:24.330" v="3156" actId="21"/>
          <ac:picMkLst>
            <pc:docMk/>
            <pc:sldMk cId="3498292553" sldId="258"/>
            <ac:picMk id="8" creationId="{08439854-D087-B382-2542-8A8A8DD8D8BE}"/>
          </ac:picMkLst>
        </pc:picChg>
        <pc:picChg chg="add del mod">
          <ac:chgData name="정은 배" userId="1d1e948ca246afb2" providerId="LiveId" clId="{39DEB52F-ED3E-4186-ADE3-060471D3DCE5}" dt="2025-10-31T05:50:09.164" v="3597" actId="478"/>
          <ac:picMkLst>
            <pc:docMk/>
            <pc:sldMk cId="3498292553" sldId="258"/>
            <ac:picMk id="9" creationId="{5A1A0998-F55B-2E97-6F3A-939E44B73AC8}"/>
          </ac:picMkLst>
        </pc:picChg>
        <pc:picChg chg="add del mod">
          <ac:chgData name="정은 배" userId="1d1e948ca246afb2" providerId="LiveId" clId="{39DEB52F-ED3E-4186-ADE3-060471D3DCE5}" dt="2025-10-31T03:27:06.058" v="3207" actId="478"/>
          <ac:picMkLst>
            <pc:docMk/>
            <pc:sldMk cId="3498292553" sldId="258"/>
            <ac:picMk id="10" creationId="{F581270D-BCB6-7341-7FAC-B976F0FE56D1}"/>
          </ac:picMkLst>
        </pc:picChg>
        <pc:picChg chg="add del mod">
          <ac:chgData name="정은 배" userId="1d1e948ca246afb2" providerId="LiveId" clId="{39DEB52F-ED3E-4186-ADE3-060471D3DCE5}" dt="2025-10-31T03:27:06.058" v="3207" actId="478"/>
          <ac:picMkLst>
            <pc:docMk/>
            <pc:sldMk cId="3498292553" sldId="258"/>
            <ac:picMk id="12" creationId="{7F7AEAEE-63D4-439A-F11F-9D8EC362BEF7}"/>
          </ac:picMkLst>
        </pc:picChg>
        <pc:picChg chg="add del mod">
          <ac:chgData name="정은 배" userId="1d1e948ca246afb2" providerId="LiveId" clId="{39DEB52F-ED3E-4186-ADE3-060471D3DCE5}" dt="2025-10-31T03:27:06.058" v="3207" actId="478"/>
          <ac:picMkLst>
            <pc:docMk/>
            <pc:sldMk cId="3498292553" sldId="258"/>
            <ac:picMk id="14" creationId="{8D467B4C-5113-2DC0-F13C-CCE49693466E}"/>
          </ac:picMkLst>
        </pc:picChg>
        <pc:picChg chg="add mod">
          <ac:chgData name="정은 배" userId="1d1e948ca246afb2" providerId="LiveId" clId="{39DEB52F-ED3E-4186-ADE3-060471D3DCE5}" dt="2025-10-31T05:50:16.445" v="3601" actId="1076"/>
          <ac:picMkLst>
            <pc:docMk/>
            <pc:sldMk cId="3498292553" sldId="258"/>
            <ac:picMk id="16" creationId="{4BA19C4E-7201-0B28-576B-73FAEFE5DAFD}"/>
          </ac:picMkLst>
        </pc:picChg>
        <pc:picChg chg="add mod">
          <ac:chgData name="정은 배" userId="1d1e948ca246afb2" providerId="LiveId" clId="{39DEB52F-ED3E-4186-ADE3-060471D3DCE5}" dt="2025-10-31T05:51:42.349" v="3619" actId="1076"/>
          <ac:picMkLst>
            <pc:docMk/>
            <pc:sldMk cId="3498292553" sldId="258"/>
            <ac:picMk id="18" creationId="{2BEE5033-B198-2EEE-096B-82F6D08304BE}"/>
          </ac:picMkLst>
        </pc:picChg>
      </pc:sldChg>
      <pc:sldChg chg="del">
        <pc:chgData name="정은 배" userId="1d1e948ca246afb2" providerId="LiveId" clId="{39DEB52F-ED3E-4186-ADE3-060471D3DCE5}" dt="2025-09-25T01:41:52.143" v="145" actId="2696"/>
        <pc:sldMkLst>
          <pc:docMk/>
          <pc:sldMk cId="1184283281" sldId="259"/>
        </pc:sldMkLst>
      </pc:sldChg>
      <pc:sldChg chg="addSp delSp modSp add del mod">
        <pc:chgData name="정은 배" userId="1d1e948ca246afb2" providerId="LiveId" clId="{39DEB52F-ED3E-4186-ADE3-060471D3DCE5}" dt="2025-10-31T05:55:53.902" v="3767" actId="2696"/>
        <pc:sldMkLst>
          <pc:docMk/>
          <pc:sldMk cId="2602161878" sldId="259"/>
        </pc:sldMkLst>
        <pc:spChg chg="add del mod">
          <ac:chgData name="정은 배" userId="1d1e948ca246afb2" providerId="LiveId" clId="{39DEB52F-ED3E-4186-ADE3-060471D3DCE5}" dt="2025-10-31T05:51:29.475" v="3613" actId="21"/>
          <ac:spMkLst>
            <pc:docMk/>
            <pc:sldMk cId="2602161878" sldId="259"/>
            <ac:spMk id="4" creationId="{40EBEAFB-EBED-AA1F-4C6B-4643C9064777}"/>
          </ac:spMkLst>
        </pc:spChg>
        <pc:spChg chg="del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7" creationId="{39222483-498E-55E6-026B-96CC93689714}"/>
          </ac:spMkLst>
        </pc:spChg>
        <pc:spChg chg="add del mod">
          <ac:chgData name="정은 배" userId="1d1e948ca246afb2" providerId="LiveId" clId="{39DEB52F-ED3E-4186-ADE3-060471D3DCE5}" dt="2025-10-31T05:51:29.475" v="3613" actId="21"/>
          <ac:spMkLst>
            <pc:docMk/>
            <pc:sldMk cId="2602161878" sldId="259"/>
            <ac:spMk id="7" creationId="{DCBEFFC1-AB6C-305F-6131-D82691F02DEE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24" creationId="{BC6325ED-F58D-AE38-9062-2CAE4879D3AE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25" creationId="{F1077004-6F75-DB2D-1737-15B4FB7027E1}"/>
          </ac:spMkLst>
        </pc:spChg>
        <pc:spChg chg="add 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26" creationId="{EE981D07-CF3C-BCC5-1944-BCCDFA135FF2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27" creationId="{4604605A-2501-96BA-195F-80B6838C9B64}"/>
          </ac:spMkLst>
        </pc:spChg>
        <pc:spChg chg="add 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54" creationId="{1E44BC89-EAF8-118C-5705-E5E27E9741D9}"/>
          </ac:spMkLst>
        </pc:spChg>
        <pc:spChg chg="add del mod">
          <ac:chgData name="정은 배" userId="1d1e948ca246afb2" providerId="LiveId" clId="{39DEB52F-ED3E-4186-ADE3-060471D3DCE5}" dt="2025-10-30T06:56:52.003" v="3153" actId="478"/>
          <ac:spMkLst>
            <pc:docMk/>
            <pc:sldMk cId="2602161878" sldId="259"/>
            <ac:spMk id="55" creationId="{4AAFF500-7ACA-CE73-E6FF-77DC13D2C695}"/>
          </ac:spMkLst>
        </pc:spChg>
        <pc:spChg chg="add del mod">
          <ac:chgData name="정은 배" userId="1d1e948ca246afb2" providerId="LiveId" clId="{39DEB52F-ED3E-4186-ADE3-060471D3DCE5}" dt="2025-10-30T07:01:20.043" v="3196" actId="478"/>
          <ac:spMkLst>
            <pc:docMk/>
            <pc:sldMk cId="2602161878" sldId="259"/>
            <ac:spMk id="58" creationId="{6941FADC-6B69-E8AA-D11D-3D7B5F6361F4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64" creationId="{41EA6E61-BC5F-F8FF-5465-49F5C5B18E2D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67" creationId="{46C29320-D05E-15BD-D7AC-9DEED06E4C40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68" creationId="{1D9DB249-80FD-8322-E461-C983FC940115}"/>
          </ac:spMkLst>
        </pc:spChg>
        <pc:spChg chg="del mod">
          <ac:chgData name="정은 배" userId="1d1e948ca246afb2" providerId="LiveId" clId="{39DEB52F-ED3E-4186-ADE3-060471D3DCE5}" dt="2025-10-30T06:56:50.037" v="3152" actId="478"/>
          <ac:spMkLst>
            <pc:docMk/>
            <pc:sldMk cId="2602161878" sldId="259"/>
            <ac:spMk id="70" creationId="{BC92A768-666A-2FD3-CE4B-B5D4C993FFB3}"/>
          </ac:spMkLst>
        </pc:spChg>
        <pc:picChg chg="add del mod">
          <ac:chgData name="정은 배" userId="1d1e948ca246afb2" providerId="LiveId" clId="{39DEB52F-ED3E-4186-ADE3-060471D3DCE5}" dt="2025-10-31T05:51:29.475" v="3613" actId="21"/>
          <ac:picMkLst>
            <pc:docMk/>
            <pc:sldMk cId="2602161878" sldId="259"/>
            <ac:picMk id="2" creationId="{2BEE5033-B198-2EEE-096B-82F6D08304BE}"/>
          </ac:picMkLst>
        </pc:picChg>
        <pc:picChg chg="add del mod">
          <ac:chgData name="정은 배" userId="1d1e948ca246afb2" providerId="LiveId" clId="{39DEB52F-ED3E-4186-ADE3-060471D3DCE5}" dt="2025-10-31T03:26:59.104" v="3204" actId="21"/>
          <ac:picMkLst>
            <pc:docMk/>
            <pc:sldMk cId="2602161878" sldId="259"/>
            <ac:picMk id="3" creationId="{5A1A0998-F55B-2E97-6F3A-939E44B73AC8}"/>
          </ac:picMkLst>
        </pc:picChg>
        <pc:picChg chg="add del mod">
          <ac:chgData name="정은 배" userId="1d1e948ca246afb2" providerId="LiveId" clId="{39DEB52F-ED3E-4186-ADE3-060471D3DCE5}" dt="2025-10-31T03:27:12.711" v="3211" actId="21"/>
          <ac:picMkLst>
            <pc:docMk/>
            <pc:sldMk cId="2602161878" sldId="259"/>
            <ac:picMk id="5" creationId="{BABB07DB-EAEC-5DD4-DB59-F82ACB7AC032}"/>
          </ac:picMkLst>
        </pc:picChg>
      </pc:sldChg>
      <pc:sldChg chg="addSp delSp modSp add mod">
        <pc:chgData name="정은 배" userId="1d1e948ca246afb2" providerId="LiveId" clId="{39DEB52F-ED3E-4186-ADE3-060471D3DCE5}" dt="2025-10-31T05:54:11.721" v="3659"/>
        <pc:sldMkLst>
          <pc:docMk/>
          <pc:sldMk cId="1267676665" sldId="260"/>
        </pc:sldMkLst>
        <pc:spChg chg="add del mod">
          <ac:chgData name="정은 배" userId="1d1e948ca246afb2" providerId="LiveId" clId="{39DEB52F-ED3E-4186-ADE3-060471D3DCE5}" dt="2025-10-31T05:54:05.996" v="3656" actId="478"/>
          <ac:spMkLst>
            <pc:docMk/>
            <pc:sldMk cId="1267676665" sldId="260"/>
            <ac:spMk id="2" creationId="{31BDEA67-ED2D-CBBF-3357-4D939A64FF61}"/>
          </ac:spMkLst>
        </pc:spChg>
        <pc:spChg chg="add mod">
          <ac:chgData name="정은 배" userId="1d1e948ca246afb2" providerId="LiveId" clId="{39DEB52F-ED3E-4186-ADE3-060471D3DCE5}" dt="2025-10-31T05:42:16.053" v="3403" actId="1076"/>
          <ac:spMkLst>
            <pc:docMk/>
            <pc:sldMk cId="1267676665" sldId="260"/>
            <ac:spMk id="3" creationId="{94E2F720-A31F-13ED-6372-37BA9664CE21}"/>
          </ac:spMkLst>
        </pc:spChg>
        <pc:spChg chg="add mod">
          <ac:chgData name="정은 배" userId="1d1e948ca246afb2" providerId="LiveId" clId="{39DEB52F-ED3E-4186-ADE3-060471D3DCE5}" dt="2025-10-31T05:41:57.097" v="3366" actId="14100"/>
          <ac:spMkLst>
            <pc:docMk/>
            <pc:sldMk cId="1267676665" sldId="260"/>
            <ac:spMk id="5" creationId="{FC62C701-09B0-1C69-D5A9-AB379C1DD7CD}"/>
          </ac:spMkLst>
        </pc:spChg>
        <pc:spChg chg="add mod">
          <ac:chgData name="정은 배" userId="1d1e948ca246afb2" providerId="LiveId" clId="{39DEB52F-ED3E-4186-ADE3-060471D3DCE5}" dt="2025-10-31T05:54:10.006" v="3658" actId="1076"/>
          <ac:spMkLst>
            <pc:docMk/>
            <pc:sldMk cId="1267676665" sldId="260"/>
            <ac:spMk id="9" creationId="{3F2822AF-131F-1DAB-F9F3-7AA3C1F31EA9}"/>
          </ac:spMkLst>
        </pc:spChg>
        <pc:spChg chg="add mod">
          <ac:chgData name="정은 배" userId="1d1e948ca246afb2" providerId="LiveId" clId="{39DEB52F-ED3E-4186-ADE3-060471D3DCE5}" dt="2025-10-31T05:54:11.721" v="3659"/>
          <ac:spMkLst>
            <pc:docMk/>
            <pc:sldMk cId="1267676665" sldId="260"/>
            <ac:spMk id="10" creationId="{19F5C9A6-74A0-E98A-4F58-1843DE212F48}"/>
          </ac:spMkLst>
        </pc:spChg>
        <pc:spChg chg="add del mod">
          <ac:chgData name="정은 배" userId="1d1e948ca246afb2" providerId="LiveId" clId="{39DEB52F-ED3E-4186-ADE3-060471D3DCE5}" dt="2025-10-31T05:07:14.040" v="3269" actId="21"/>
          <ac:spMkLst>
            <pc:docMk/>
            <pc:sldMk cId="1267676665" sldId="260"/>
            <ac:spMk id="10" creationId="{DB9922E8-F9B5-2E1A-C96D-D541A12A163B}"/>
          </ac:spMkLst>
        </pc:spChg>
        <pc:spChg chg="add del mod">
          <ac:chgData name="정은 배" userId="1d1e948ca246afb2" providerId="LiveId" clId="{39DEB52F-ED3E-4186-ADE3-060471D3DCE5}" dt="2025-10-31T05:07:14.040" v="3269" actId="21"/>
          <ac:spMkLst>
            <pc:docMk/>
            <pc:sldMk cId="1267676665" sldId="260"/>
            <ac:spMk id="11" creationId="{7F0E5E09-C73D-AEF3-036D-BB18A604979F}"/>
          </ac:spMkLst>
        </pc:spChg>
        <pc:picChg chg="del mod">
          <ac:chgData name="정은 배" userId="1d1e948ca246afb2" providerId="LiveId" clId="{39DEB52F-ED3E-4186-ADE3-060471D3DCE5}" dt="2025-10-31T05:07:14.040" v="3269" actId="21"/>
          <ac:picMkLst>
            <pc:docMk/>
            <pc:sldMk cId="1267676665" sldId="260"/>
            <ac:picMk id="2" creationId="{B439E103-05A1-EB70-4B96-A8359663E024}"/>
          </ac:picMkLst>
        </pc:picChg>
        <pc:picChg chg="del mod">
          <ac:chgData name="정은 배" userId="1d1e948ca246afb2" providerId="LiveId" clId="{39DEB52F-ED3E-4186-ADE3-060471D3DCE5}" dt="2025-10-31T05:06:59.759" v="3267" actId="478"/>
          <ac:picMkLst>
            <pc:docMk/>
            <pc:sldMk cId="1267676665" sldId="260"/>
            <ac:picMk id="3" creationId="{303909A3-00A6-913C-A237-CCD4446736D6}"/>
          </ac:picMkLst>
        </pc:picChg>
        <pc:picChg chg="del">
          <ac:chgData name="정은 배" userId="1d1e948ca246afb2" providerId="LiveId" clId="{39DEB52F-ED3E-4186-ADE3-060471D3DCE5}" dt="2025-10-31T03:39:15.784" v="3238" actId="478"/>
          <ac:picMkLst>
            <pc:docMk/>
            <pc:sldMk cId="1267676665" sldId="260"/>
            <ac:picMk id="4" creationId="{4D26E78D-314E-0849-4699-543CF18F7FF7}"/>
          </ac:picMkLst>
        </pc:picChg>
        <pc:picChg chg="add mod">
          <ac:chgData name="정은 배" userId="1d1e948ca246afb2" providerId="LiveId" clId="{39DEB52F-ED3E-4186-ADE3-060471D3DCE5}" dt="2025-10-31T05:07:37.436" v="3276" actId="1076"/>
          <ac:picMkLst>
            <pc:docMk/>
            <pc:sldMk cId="1267676665" sldId="260"/>
            <ac:picMk id="4" creationId="{ABDF21DE-4451-B170-7E31-539E7448C81E}"/>
          </ac:picMkLst>
        </pc:picChg>
        <pc:picChg chg="del mod">
          <ac:chgData name="정은 배" userId="1d1e948ca246afb2" providerId="LiveId" clId="{39DEB52F-ED3E-4186-ADE3-060471D3DCE5}" dt="2025-10-31T05:07:01.342" v="3268" actId="478"/>
          <ac:picMkLst>
            <pc:docMk/>
            <pc:sldMk cId="1267676665" sldId="260"/>
            <ac:picMk id="5" creationId="{7A4F79D9-7772-982E-DE3F-65A43110034F}"/>
          </ac:picMkLst>
        </pc:picChg>
        <pc:picChg chg="add mod">
          <ac:chgData name="정은 배" userId="1d1e948ca246afb2" providerId="LiveId" clId="{39DEB52F-ED3E-4186-ADE3-060471D3DCE5}" dt="2025-10-31T05:07:37.436" v="3276" actId="1076"/>
          <ac:picMkLst>
            <pc:docMk/>
            <pc:sldMk cId="1267676665" sldId="260"/>
            <ac:picMk id="7" creationId="{B270EC54-EEB1-F3C4-6B01-3EE85F5F415F}"/>
          </ac:picMkLst>
        </pc:picChg>
        <pc:picChg chg="add mod">
          <ac:chgData name="정은 배" userId="1d1e948ca246afb2" providerId="LiveId" clId="{39DEB52F-ED3E-4186-ADE3-060471D3DCE5}" dt="2025-10-31T05:07:37.436" v="3276" actId="1076"/>
          <ac:picMkLst>
            <pc:docMk/>
            <pc:sldMk cId="1267676665" sldId="260"/>
            <ac:picMk id="8" creationId="{6521FD56-2CE6-41B9-D0D2-5C42E5B27801}"/>
          </ac:picMkLst>
        </pc:picChg>
        <pc:picChg chg="del">
          <ac:chgData name="정은 배" userId="1d1e948ca246afb2" providerId="LiveId" clId="{39DEB52F-ED3E-4186-ADE3-060471D3DCE5}" dt="2025-10-31T03:39:15.784" v="3238" actId="478"/>
          <ac:picMkLst>
            <pc:docMk/>
            <pc:sldMk cId="1267676665" sldId="260"/>
            <ac:picMk id="8" creationId="{AA2B684B-E3A1-8891-F129-0D7C145A31DE}"/>
          </ac:picMkLst>
        </pc:picChg>
        <pc:picChg chg="add del mod">
          <ac:chgData name="정은 배" userId="1d1e948ca246afb2" providerId="LiveId" clId="{39DEB52F-ED3E-4186-ADE3-060471D3DCE5}" dt="2025-10-31T05:07:14.040" v="3269" actId="21"/>
          <ac:picMkLst>
            <pc:docMk/>
            <pc:sldMk cId="1267676665" sldId="260"/>
            <ac:picMk id="9" creationId="{A22570BF-F789-179F-A045-5A1FD61CC8E4}"/>
          </ac:picMkLst>
        </pc:picChg>
      </pc:sldChg>
      <pc:sldChg chg="addSp delSp modSp add del mod">
        <pc:chgData name="정은 배" userId="1d1e948ca246afb2" providerId="LiveId" clId="{39DEB52F-ED3E-4186-ADE3-060471D3DCE5}" dt="2025-10-30T07:01:29.121" v="3197" actId="2696"/>
        <pc:sldMkLst>
          <pc:docMk/>
          <pc:sldMk cId="289555555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E602F-E97C-45EC-9C16-47429703AC7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A3D61-2F95-49F4-9341-3A07DB9AD6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86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01CE5-A8A8-4690-B08E-36821D93B4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578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A3D61-2F95-49F4-9341-3A07DB9AD60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6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0C04-2DC9-C060-BAD2-95398F44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EC40F8-A79D-0A33-C97D-61724ECB2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3E08CB-A7A0-B62A-AE3D-F82C052E2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BC9DDC-9457-27C0-C1F7-87523110E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A3D61-2F95-49F4-9341-3A07DB9AD60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329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C0B213-5305-E74B-87BF-7B495901E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46FDD8-168A-B109-2B69-194393EB2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D9EC7-44BB-5D6B-FB6A-1C46AB42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C0769-C80C-8470-BEA2-7DEC017E8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1AAE8-3A5B-DB58-7D5A-566BE093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23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B9326-75D2-A272-1E33-C81BB55A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DB886B-3EA9-4B40-C378-A017757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72F9F2-C7EA-CF47-C30A-62A631E6B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26A70-0C74-40B6-DB7C-FE306F64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6CBBB-71A7-FE2F-998E-A062F702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481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FB1DA9-D976-CB71-8B52-EA9DBA61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61CA35-F52F-D5D8-EAB7-9355E11A8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0D6B7F-B291-50E5-E88D-9BB9D907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E73CCC-6590-E8D9-8953-402128C5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27D95D-2751-FC33-FA93-067A2EE75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71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2E9A5-291C-8220-9B1D-A18737CD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70337-A17E-4A36-12F7-CB9B7FCCF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509462-D223-AC1C-CC8A-54AAE5964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B5548A-E124-35DC-430E-13A5F9DD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7D617E-506B-DBA9-D3B3-9E43B8ADF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6ADAD6-3475-844A-9B73-268569AD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18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FD3E2B-84EC-1167-5E13-C14B0698A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E57163-39A6-BC5D-7695-F8023B5D4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74A268-A80D-B6FC-7CB8-93B3DDA74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8C50A8-3656-7CF6-01E7-6BC9A6573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016710-DE69-4782-66EA-04E094E8D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54445C-E9F7-18C9-8B22-C6A38E01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AD07B0-BDBD-FFC8-D6E3-5B5F28ED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A2D90D-7927-944F-84E0-DAAF5378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9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D6286-3C10-C9F7-933C-97CED44CD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E46920-82A8-8526-DEB8-227CFD2F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C2F46A-4166-AAC5-4750-24AC5C87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302501-0FF1-4D66-733B-3AFDF62F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34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42F123-DF85-5969-678B-3CAF27A37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D63181-C9CC-4FD9-9CC2-F4A4600D1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4BA4D-A123-348B-4DAF-E3001C16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81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49F06-878A-EF7A-07D9-D546E68C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76D684-CCF4-255A-B63E-55D17318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176D6-7A92-101E-68A4-31DDC6167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88D52E-57E8-57A4-4C93-4034C302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427F44-6F99-924A-AFFE-458111985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5439B2-E749-E9B4-01AE-5058745B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4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73D1E-F9C0-3E81-A9CC-A6C3D89A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B5B994-CD24-371C-B97B-A13BE2763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AEC4F5-2FD4-706E-50BA-5DAB42120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0E2554-8485-A51B-DDCE-E7A53AFEF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7581D3-9EFF-2B7B-9188-4E849081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70A650-512B-1107-D97A-47C7A36E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31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DA9E6-F39D-6676-D617-3E54F2BA2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934F66-3358-4D25-E511-AB68217D1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0F187-EAB6-3AC1-453B-B068BDBC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27382-5BE5-EB74-E32A-2447A615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65EECF-8140-AD04-2961-45134A83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35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3CCF32-0B21-219B-917A-F126711A5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91B4CB-1794-2C70-56AB-DF3827AEA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1833F8-D726-7632-BF06-7062C4A0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2FFAC-8269-F973-EA44-C52FA2C5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4469D-CF64-A045-212C-371AF040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881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7BE6F8-473A-2313-E741-64878FBE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F1B67-ED90-E53B-2BA8-8D41E29EB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60637-9DF2-15E7-4A7D-26EA4BAEF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CB070-B849-4033-9585-9322A3E42538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75BEA6-36B4-87E6-94E1-EAA3288FE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A0C2CB-EA49-F21E-EB58-6E383EEDD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24DF2-7445-4750-A826-DC477555CD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1" y="1108676"/>
            <a:ext cx="2446867" cy="484293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75" y="1159476"/>
            <a:ext cx="2353733" cy="4732867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629" y="1135678"/>
            <a:ext cx="2446867" cy="48344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9429" y="1186478"/>
            <a:ext cx="2345267" cy="4732867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4537" y="1117600"/>
            <a:ext cx="2438400" cy="48090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871" y="1168400"/>
            <a:ext cx="2336800" cy="470746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492" y="1117600"/>
            <a:ext cx="2446867" cy="4842933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0292" y="1168400"/>
            <a:ext cx="2353733" cy="4732867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61DB6C-7980-EB95-D2B6-0FC214836D53}"/>
              </a:ext>
            </a:extLst>
          </p:cNvPr>
          <p:cNvSpPr/>
          <p:nvPr/>
        </p:nvSpPr>
        <p:spPr>
          <a:xfrm>
            <a:off x="0" y="1"/>
            <a:ext cx="12192000" cy="126999"/>
          </a:xfrm>
          <a:prstGeom prst="rect">
            <a:avLst/>
          </a:prstGeom>
          <a:solidFill>
            <a:srgbClr val="006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30">
              <a:defRPr/>
            </a:pPr>
            <a:endParaRPr lang="ko-KR" altLang="en-US" sz="120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81B251-411F-E8A0-B845-0148E598EAB8}"/>
              </a:ext>
            </a:extLst>
          </p:cNvPr>
          <p:cNvSpPr txBox="1"/>
          <p:nvPr/>
        </p:nvSpPr>
        <p:spPr>
          <a:xfrm>
            <a:off x="307672" y="365753"/>
            <a:ext cx="6956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12821">
              <a:spcBef>
                <a:spcPct val="0"/>
              </a:spcBef>
              <a:buClr>
                <a:srgbClr val="1C6294"/>
              </a:buClr>
              <a:buSzPts val="2400"/>
              <a:defRPr/>
            </a:pPr>
            <a:r>
              <a:rPr lang="en-US" altLang="ko-KR" sz="1600" b="1" dirty="0">
                <a:solidFill>
                  <a:srgbClr val="1334CA"/>
                </a:solidFill>
                <a:latin typeface="Visa Dialect"/>
              </a:rPr>
              <a:t>Visa Medical Benefit Program-Landing Page Storyboard</a:t>
            </a:r>
            <a:endParaRPr lang="ko-KR" altLang="en-US" sz="1600" b="1" dirty="0">
              <a:solidFill>
                <a:srgbClr val="1334CA"/>
              </a:solidFill>
              <a:latin typeface="Visa Dialect"/>
            </a:endParaRP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089EEED1-0950-1EEC-A69B-8CF0C8AFB4D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8000"/>
          </a:blip>
          <a:stretch>
            <a:fillRect/>
          </a:stretch>
        </p:blipFill>
        <p:spPr>
          <a:xfrm>
            <a:off x="457200" y="6070600"/>
            <a:ext cx="2700867" cy="465667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77C746CE-3CEB-2D6D-1848-F8EEBFBEBB71}"/>
              </a:ext>
            </a:extLst>
          </p:cNvPr>
          <p:cNvSpPr txBox="1"/>
          <p:nvPr/>
        </p:nvSpPr>
        <p:spPr>
          <a:xfrm>
            <a:off x="787400" y="6117167"/>
            <a:ext cx="2040467" cy="372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 dirty="0">
                <a:solidFill>
                  <a:srgbClr val="FFFFFF"/>
                </a:solidFill>
                <a:latin typeface="Pretendard Bold"/>
              </a:rPr>
              <a:t>Landing page and click “</a:t>
            </a:r>
            <a:r>
              <a:rPr lang="en-US" sz="1333" b="1" dirty="0" err="1">
                <a:solidFill>
                  <a:srgbClr val="FFFFFF"/>
                </a:solidFill>
                <a:latin typeface="Pretendard Bold"/>
              </a:rPr>
              <a:t>more”button</a:t>
            </a:r>
            <a:endParaRPr lang="en-US" sz="1333" b="1" dirty="0">
              <a:solidFill>
                <a:srgbClr val="FFFFFF"/>
              </a:solidFill>
              <a:latin typeface="Pretendard Bold"/>
            </a:endParaRP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A18FF71A-A1E7-EFB5-47A8-3C00634DD764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8000"/>
          </a:blip>
          <a:stretch>
            <a:fillRect/>
          </a:stretch>
        </p:blipFill>
        <p:spPr>
          <a:xfrm>
            <a:off x="3302000" y="6070600"/>
            <a:ext cx="2700867" cy="465667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279A065-2B94-0144-5606-451010DD2D32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8000"/>
          </a:blip>
          <a:stretch>
            <a:fillRect/>
          </a:stretch>
        </p:blipFill>
        <p:spPr>
          <a:xfrm>
            <a:off x="6189135" y="6070600"/>
            <a:ext cx="2700867" cy="465667"/>
          </a:xfrm>
          <a:prstGeom prst="rect">
            <a:avLst/>
          </a:prstGeom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4CE534A6-FC57-4CCB-B56F-00CA293A2458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8000"/>
          </a:blip>
          <a:stretch>
            <a:fillRect/>
          </a:stretch>
        </p:blipFill>
        <p:spPr>
          <a:xfrm>
            <a:off x="9076269" y="6070600"/>
            <a:ext cx="2700867" cy="465667"/>
          </a:xfrm>
          <a:prstGeom prst="rect">
            <a:avLst/>
          </a:prstGeom>
        </p:spPr>
      </p:pic>
      <p:sp>
        <p:nvSpPr>
          <p:cNvPr id="31" name="TextBox 9">
            <a:extLst>
              <a:ext uri="{FF2B5EF4-FFF2-40B4-BE49-F238E27FC236}">
                <a16:creationId xmlns:a16="http://schemas.microsoft.com/office/drawing/2014/main" id="{D47740A5-1552-A811-3CB3-40B842174EA9}"/>
              </a:ext>
            </a:extLst>
          </p:cNvPr>
          <p:cNvSpPr txBox="1"/>
          <p:nvPr/>
        </p:nvSpPr>
        <p:spPr>
          <a:xfrm>
            <a:off x="3556000" y="6128858"/>
            <a:ext cx="2040467" cy="372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333" b="1" dirty="0">
                <a:solidFill>
                  <a:srgbClr val="FFFFFF"/>
                </a:solidFill>
                <a:latin typeface="Pretendard Bold"/>
              </a:rPr>
              <a:t>Press “ Redeem Offer”</a:t>
            </a:r>
          </a:p>
        </p:txBody>
      </p:sp>
      <p:sp>
        <p:nvSpPr>
          <p:cNvPr id="33" name="TextBox 9">
            <a:extLst>
              <a:ext uri="{FF2B5EF4-FFF2-40B4-BE49-F238E27FC236}">
                <a16:creationId xmlns:a16="http://schemas.microsoft.com/office/drawing/2014/main" id="{781880A1-D40F-A20F-2735-42272FD0A4A3}"/>
              </a:ext>
            </a:extLst>
          </p:cNvPr>
          <p:cNvSpPr txBox="1"/>
          <p:nvPr/>
        </p:nvSpPr>
        <p:spPr>
          <a:xfrm>
            <a:off x="6519335" y="6117167"/>
            <a:ext cx="2040467" cy="372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1200" b="1" dirty="0">
                <a:solidFill>
                  <a:srgbClr val="FFFFFF"/>
                </a:solidFill>
                <a:latin typeface="Pretendard Bold"/>
              </a:rPr>
              <a:t>Enter the first 6 digits 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1200" b="1" dirty="0">
                <a:solidFill>
                  <a:srgbClr val="FFFFFF"/>
                </a:solidFill>
                <a:latin typeface="Pretendard Bold"/>
              </a:rPr>
              <a:t>of your Visa card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D0846825-D344-2A26-136D-0223F363148C}"/>
              </a:ext>
            </a:extLst>
          </p:cNvPr>
          <p:cNvSpPr txBox="1"/>
          <p:nvPr/>
        </p:nvSpPr>
        <p:spPr>
          <a:xfrm>
            <a:off x="9566876" y="6117167"/>
            <a:ext cx="2040467" cy="37253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en-US" altLang="ko-KR" sz="1200" b="1" dirty="0">
                <a:solidFill>
                  <a:srgbClr val="FFFFFF"/>
                </a:solidFill>
                <a:latin typeface="Pretendard Bold"/>
              </a:rPr>
              <a:t>Choose Contact Method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01FCBFD-58E1-8128-2D24-DACB6D10F16D}"/>
              </a:ext>
            </a:extLst>
          </p:cNvPr>
          <p:cNvSpPr/>
          <p:nvPr/>
        </p:nvSpPr>
        <p:spPr>
          <a:xfrm>
            <a:off x="917031" y="3919610"/>
            <a:ext cx="1817880" cy="2536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24" name="Picture 17">
            <a:extLst>
              <a:ext uri="{FF2B5EF4-FFF2-40B4-BE49-F238E27FC236}">
                <a16:creationId xmlns:a16="http://schemas.microsoft.com/office/drawing/2014/main" id="{C24C11BF-1EC5-4991-ABA5-9D89C8E8BE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89201" y="4038600"/>
            <a:ext cx="245711" cy="253637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92E4DC4-2A61-4B7B-5462-8E04850FF370}"/>
              </a:ext>
            </a:extLst>
          </p:cNvPr>
          <p:cNvSpPr/>
          <p:nvPr/>
        </p:nvSpPr>
        <p:spPr>
          <a:xfrm>
            <a:off x="3583278" y="5586027"/>
            <a:ext cx="2106322" cy="25363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27" name="Picture 17">
            <a:extLst>
              <a:ext uri="{FF2B5EF4-FFF2-40B4-BE49-F238E27FC236}">
                <a16:creationId xmlns:a16="http://schemas.microsoft.com/office/drawing/2014/main" id="{0FDB0209-5B53-3328-5393-F64447CD38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7367" y="5714677"/>
            <a:ext cx="245711" cy="253637"/>
          </a:xfrm>
          <a:prstGeom prst="rect">
            <a:avLst/>
          </a:prstGeom>
        </p:spPr>
      </p:pic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1EC7CC1-DDF0-9A3A-3436-45B45F9DB48A}"/>
              </a:ext>
            </a:extLst>
          </p:cNvPr>
          <p:cNvSpPr/>
          <p:nvPr/>
        </p:nvSpPr>
        <p:spPr>
          <a:xfrm>
            <a:off x="6571468" y="2438774"/>
            <a:ext cx="1727901" cy="25363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30" name="Picture 17">
            <a:extLst>
              <a:ext uri="{FF2B5EF4-FFF2-40B4-BE49-F238E27FC236}">
                <a16:creationId xmlns:a16="http://schemas.microsoft.com/office/drawing/2014/main" id="{7269C535-14AB-5968-0BB7-D93ACE199B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3658" y="2536130"/>
            <a:ext cx="245711" cy="253637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BAC0F99-42E8-B154-8116-76D6AAC44D41}"/>
              </a:ext>
            </a:extLst>
          </p:cNvPr>
          <p:cNvSpPr/>
          <p:nvPr/>
        </p:nvSpPr>
        <p:spPr>
          <a:xfrm>
            <a:off x="9513208" y="3665972"/>
            <a:ext cx="1727901" cy="192005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5E6A0-4241-4DCD-2454-F2A5B945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F4E2670-568B-C867-0690-1F82CAE648F7}"/>
              </a:ext>
            </a:extLst>
          </p:cNvPr>
          <p:cNvSpPr/>
          <p:nvPr/>
        </p:nvSpPr>
        <p:spPr>
          <a:xfrm>
            <a:off x="0" y="1"/>
            <a:ext cx="12192000" cy="161364"/>
          </a:xfrm>
          <a:prstGeom prst="rect">
            <a:avLst/>
          </a:prstGeom>
          <a:solidFill>
            <a:srgbClr val="006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A2225F-4549-F871-8FD9-3E7F0066F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18" y="503244"/>
            <a:ext cx="1614427" cy="38537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8439854-D087-B382-2542-8A8A8DD8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17" y="4357039"/>
            <a:ext cx="1614427" cy="221893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E7E1D1D-25CD-E548-77FB-83475D843670}"/>
              </a:ext>
            </a:extLst>
          </p:cNvPr>
          <p:cNvSpPr/>
          <p:nvPr/>
        </p:nvSpPr>
        <p:spPr>
          <a:xfrm>
            <a:off x="840017" y="503244"/>
            <a:ext cx="1614426" cy="922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컴퓨터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39E103-05A1-EB70-4B96-A8359663E0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955" y="712706"/>
            <a:ext cx="2255972" cy="5684383"/>
          </a:xfrm>
          <a:prstGeom prst="rect">
            <a:avLst/>
          </a:prstGeom>
        </p:spPr>
      </p:pic>
      <p:pic>
        <p:nvPicPr>
          <p:cNvPr id="10" name="그림 9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2570BF-F789-179F-A045-5A1FD61CC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193" y="712706"/>
            <a:ext cx="2255972" cy="556706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B9922E8-F9B5-2E1A-C96D-D541A12A163B}"/>
              </a:ext>
            </a:extLst>
          </p:cNvPr>
          <p:cNvSpPr/>
          <p:nvPr/>
        </p:nvSpPr>
        <p:spPr>
          <a:xfrm>
            <a:off x="4955908" y="4536687"/>
            <a:ext cx="702606" cy="1729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7F0E5E09-C73D-AEF3-036D-BB18A604979F}"/>
              </a:ext>
            </a:extLst>
          </p:cNvPr>
          <p:cNvSpPr/>
          <p:nvPr/>
        </p:nvSpPr>
        <p:spPr>
          <a:xfrm>
            <a:off x="5658514" y="4590233"/>
            <a:ext cx="1661653" cy="617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8B80175-4674-73F0-1D3E-C81F0265031A}"/>
              </a:ext>
            </a:extLst>
          </p:cNvPr>
          <p:cNvSpPr/>
          <p:nvPr/>
        </p:nvSpPr>
        <p:spPr>
          <a:xfrm>
            <a:off x="2649071" y="602671"/>
            <a:ext cx="1546411" cy="7232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메인이미지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변경예정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021F8B-6A0B-6D83-A5C9-3DEB47F226B3}"/>
              </a:ext>
            </a:extLst>
          </p:cNvPr>
          <p:cNvSpPr txBox="1"/>
          <p:nvPr/>
        </p:nvSpPr>
        <p:spPr>
          <a:xfrm>
            <a:off x="1109738" y="193805"/>
            <a:ext cx="1344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Main-page1</a:t>
            </a:r>
            <a:endParaRPr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FCDA42-CF90-F3A6-864A-A262022A5105}"/>
              </a:ext>
            </a:extLst>
          </p:cNvPr>
          <p:cNvSpPr txBox="1"/>
          <p:nvPr/>
        </p:nvSpPr>
        <p:spPr>
          <a:xfrm>
            <a:off x="5307211" y="270435"/>
            <a:ext cx="1344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Sub-page2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5850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95E0-6B9D-411A-0A64-F86A8219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206EC6D-AA00-75AE-B34C-7DB0356AD72F}"/>
              </a:ext>
            </a:extLst>
          </p:cNvPr>
          <p:cNvSpPr/>
          <p:nvPr/>
        </p:nvSpPr>
        <p:spPr>
          <a:xfrm>
            <a:off x="0" y="1"/>
            <a:ext cx="12192000" cy="161364"/>
          </a:xfrm>
          <a:prstGeom prst="rect">
            <a:avLst/>
          </a:prstGeom>
          <a:solidFill>
            <a:srgbClr val="006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 descr="텍스트, 컴퓨터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DF21DE-4451-B170-7E31-539E7448C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58" y="586809"/>
            <a:ext cx="2255972" cy="5684383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70EC54-EEB1-F3C4-6B01-3EE85F5F4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30" y="586808"/>
            <a:ext cx="2255973" cy="5684384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1FD56-2CE6-41B9-D0D2-5C42E5B27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433" y="586808"/>
            <a:ext cx="2255972" cy="568438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4E2F720-A31F-13ED-6372-37BA9664CE21}"/>
              </a:ext>
            </a:extLst>
          </p:cNvPr>
          <p:cNvSpPr/>
          <p:nvPr/>
        </p:nvSpPr>
        <p:spPr>
          <a:xfrm>
            <a:off x="2401411" y="6286355"/>
            <a:ext cx="2796988" cy="357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Clinic</a:t>
            </a:r>
            <a:r>
              <a:rPr lang="ko-KR" altLang="en-US" dirty="0"/>
              <a:t> </a:t>
            </a:r>
            <a:r>
              <a:rPr lang="en-US" altLang="ko-KR" dirty="0"/>
              <a:t>Hours</a:t>
            </a:r>
            <a:r>
              <a:rPr lang="ko-KR" altLang="en-US" dirty="0"/>
              <a:t>는 삭제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62C701-09B0-1C69-D5A9-AB379C1DD7CD}"/>
              </a:ext>
            </a:extLst>
          </p:cNvPr>
          <p:cNvSpPr/>
          <p:nvPr/>
        </p:nvSpPr>
        <p:spPr>
          <a:xfrm>
            <a:off x="2745422" y="4294640"/>
            <a:ext cx="2108966" cy="1588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822AF-131F-1DAB-F9F3-7AA3C1F31EA9}"/>
              </a:ext>
            </a:extLst>
          </p:cNvPr>
          <p:cNvSpPr txBox="1"/>
          <p:nvPr/>
        </p:nvSpPr>
        <p:spPr>
          <a:xfrm>
            <a:off x="486440" y="235587"/>
            <a:ext cx="1344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Sub-page2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26767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7C7C-3BAC-3F30-94FF-8CA648B5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D14518B-6C85-16F5-FF4B-0F6A5B613F65}"/>
              </a:ext>
            </a:extLst>
          </p:cNvPr>
          <p:cNvSpPr/>
          <p:nvPr/>
        </p:nvSpPr>
        <p:spPr>
          <a:xfrm>
            <a:off x="0" y="1"/>
            <a:ext cx="12192000" cy="161364"/>
          </a:xfrm>
          <a:prstGeom prst="rect">
            <a:avLst/>
          </a:prstGeom>
          <a:solidFill>
            <a:srgbClr val="006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 descr="텍스트, 스크린샷, 폰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BB07DB-EAEC-5DD4-DB59-F82ACB7AC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592" y="644382"/>
            <a:ext cx="2015925" cy="497469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B98CA0E-67D3-BE4E-5346-CCCA52061AA4}"/>
              </a:ext>
            </a:extLst>
          </p:cNvPr>
          <p:cNvSpPr/>
          <p:nvPr/>
        </p:nvSpPr>
        <p:spPr>
          <a:xfrm>
            <a:off x="3391312" y="1063928"/>
            <a:ext cx="3112994" cy="459013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3E41C3-9D82-0828-C564-B8E2D541F8C6}"/>
              </a:ext>
            </a:extLst>
          </p:cNvPr>
          <p:cNvSpPr/>
          <p:nvPr/>
        </p:nvSpPr>
        <p:spPr>
          <a:xfrm>
            <a:off x="3391312" y="1063928"/>
            <a:ext cx="3112994" cy="37651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F61848-F7EC-CDF7-0DF5-7DEDC20A612A}"/>
              </a:ext>
            </a:extLst>
          </p:cNvPr>
          <p:cNvSpPr/>
          <p:nvPr/>
        </p:nvSpPr>
        <p:spPr>
          <a:xfrm>
            <a:off x="3753262" y="1587383"/>
            <a:ext cx="2371725" cy="50223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Title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82A39E-8616-6AD5-7E60-3E6A9F71DF3B}"/>
              </a:ext>
            </a:extLst>
          </p:cNvPr>
          <p:cNvSpPr/>
          <p:nvPr/>
        </p:nvSpPr>
        <p:spPr>
          <a:xfrm>
            <a:off x="3391312" y="1063928"/>
            <a:ext cx="621444" cy="37651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en-US" altLang="ko-KR" sz="12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&lt;Back</a:t>
            </a:r>
            <a:endParaRPr kumimoji="1" lang="ko-KR" altLang="en-US" sz="12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4C4B170-874E-9B04-2E32-1AB1798805D9}"/>
              </a:ext>
            </a:extLst>
          </p:cNvPr>
          <p:cNvSpPr/>
          <p:nvPr/>
        </p:nvSpPr>
        <p:spPr>
          <a:xfrm>
            <a:off x="3609066" y="2672112"/>
            <a:ext cx="2660115" cy="75394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Hospital Name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Offer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9ACF7F-D854-3B7B-5F73-29391B8A613C}"/>
              </a:ext>
            </a:extLst>
          </p:cNvPr>
          <p:cNvSpPr/>
          <p:nvPr/>
        </p:nvSpPr>
        <p:spPr>
          <a:xfrm>
            <a:off x="3619071" y="3537207"/>
            <a:ext cx="2011936" cy="41734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카드번호 </a:t>
            </a:r>
            <a:r>
              <a:rPr lang="ko-KR" altLang="en-US" sz="1400" dirty="0" err="1">
                <a:solidFill>
                  <a:schemeClr val="tx1"/>
                </a:solidFill>
              </a:rPr>
              <a:t>입력창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8D261EE-5C40-061B-FAD8-3DCC9A8FF36C}"/>
              </a:ext>
            </a:extLst>
          </p:cNvPr>
          <p:cNvSpPr/>
          <p:nvPr/>
        </p:nvSpPr>
        <p:spPr>
          <a:xfrm>
            <a:off x="5698318" y="3576146"/>
            <a:ext cx="570863" cy="345842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Button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777BC1-AE9B-2CAA-1A72-CA0533C2D77D}"/>
              </a:ext>
            </a:extLst>
          </p:cNvPr>
          <p:cNvSpPr/>
          <p:nvPr/>
        </p:nvSpPr>
        <p:spPr>
          <a:xfrm>
            <a:off x="3622754" y="4386195"/>
            <a:ext cx="2650110" cy="95881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카드 이미지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6DE9B4-D073-91C5-DF04-7056EE908E7C}"/>
              </a:ext>
            </a:extLst>
          </p:cNvPr>
          <p:cNvSpPr/>
          <p:nvPr/>
        </p:nvSpPr>
        <p:spPr>
          <a:xfrm>
            <a:off x="3619071" y="4035030"/>
            <a:ext cx="2650110" cy="27069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Item Section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6" name="그림 1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A19C4E-7201-0B28-576B-73FAEFE5D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91" y="644382"/>
            <a:ext cx="2590933" cy="556923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1E4D4F6-A1C3-5CE0-4F90-F244FCC5B9D6}"/>
              </a:ext>
            </a:extLst>
          </p:cNvPr>
          <p:cNvSpPr/>
          <p:nvPr/>
        </p:nvSpPr>
        <p:spPr>
          <a:xfrm>
            <a:off x="3619071" y="2257076"/>
            <a:ext cx="2650110" cy="27069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Item Section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pic>
        <p:nvPicPr>
          <p:cNvPr id="18" name="그림 1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EE5033-B198-2EEE-096B-82F6D0830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803" y="2903812"/>
            <a:ext cx="2026745" cy="15616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EBEAFB-EBED-AA1F-4C6B-4643C9064777}"/>
              </a:ext>
            </a:extLst>
          </p:cNvPr>
          <p:cNvSpPr/>
          <p:nvPr/>
        </p:nvSpPr>
        <p:spPr>
          <a:xfrm>
            <a:off x="9542803" y="3198688"/>
            <a:ext cx="2026745" cy="8172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BEFFC1-AB6C-305F-6131-D82691F02DEE}"/>
              </a:ext>
            </a:extLst>
          </p:cNvPr>
          <p:cNvSpPr txBox="1"/>
          <p:nvPr/>
        </p:nvSpPr>
        <p:spPr>
          <a:xfrm>
            <a:off x="9441648" y="2626052"/>
            <a:ext cx="2482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E-mail Page - </a:t>
            </a:r>
            <a:r>
              <a:rPr lang="ko-KR" altLang="en-US" sz="1000" b="1" dirty="0" err="1"/>
              <a:t>예시안</a:t>
            </a:r>
            <a:endParaRPr lang="ko-KR" altLang="en-US" sz="1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A8FF3-5531-9196-4CBC-A397AAE4E946}"/>
              </a:ext>
            </a:extLst>
          </p:cNvPr>
          <p:cNvSpPr txBox="1"/>
          <p:nvPr/>
        </p:nvSpPr>
        <p:spPr>
          <a:xfrm>
            <a:off x="486440" y="235587"/>
            <a:ext cx="2554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Check Eligibility – page3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D5362F-4DB6-311E-BDB7-82E4FACD8C65}"/>
              </a:ext>
            </a:extLst>
          </p:cNvPr>
          <p:cNvSpPr txBox="1"/>
          <p:nvPr/>
        </p:nvSpPr>
        <p:spPr>
          <a:xfrm>
            <a:off x="6988719" y="264374"/>
            <a:ext cx="25540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Contact Channel– page4</a:t>
            </a:r>
            <a:endParaRPr lang="ko-KR" altLang="en-US" sz="1200" b="1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43B7896-1044-24B7-17C3-59B2E2B5AECC}"/>
              </a:ext>
            </a:extLst>
          </p:cNvPr>
          <p:cNvSpPr/>
          <p:nvPr/>
        </p:nvSpPr>
        <p:spPr>
          <a:xfrm>
            <a:off x="7120093" y="4193413"/>
            <a:ext cx="1775138" cy="338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C78FB6DE-9363-02D1-2566-2A393F836449}"/>
              </a:ext>
            </a:extLst>
          </p:cNvPr>
          <p:cNvSpPr/>
          <p:nvPr/>
        </p:nvSpPr>
        <p:spPr>
          <a:xfrm rot="19973126">
            <a:off x="8861226" y="4144148"/>
            <a:ext cx="745217" cy="930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A4877BB-AECC-1C3E-3BFF-DEE9CFA07E2A}"/>
              </a:ext>
            </a:extLst>
          </p:cNvPr>
          <p:cNvSpPr/>
          <p:nvPr/>
        </p:nvSpPr>
        <p:spPr>
          <a:xfrm>
            <a:off x="449591" y="5261308"/>
            <a:ext cx="2590933" cy="357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페이지</a:t>
            </a:r>
            <a:r>
              <a:rPr lang="en-US" altLang="ko-KR" dirty="0"/>
              <a:t> </a:t>
            </a:r>
            <a:r>
              <a:rPr lang="ko-KR" altLang="en-US" dirty="0"/>
              <a:t>수정필요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F82EA1-6E89-3486-8082-E77D77E1676A}"/>
              </a:ext>
            </a:extLst>
          </p:cNvPr>
          <p:cNvSpPr/>
          <p:nvPr/>
        </p:nvSpPr>
        <p:spPr>
          <a:xfrm>
            <a:off x="9151476" y="5261307"/>
            <a:ext cx="2772504" cy="1152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Contact channel </a:t>
            </a:r>
            <a:r>
              <a:rPr lang="ko-KR" altLang="en-US" dirty="0"/>
              <a:t>연결 시</a:t>
            </a:r>
            <a:r>
              <a:rPr lang="en-US" altLang="ko-KR" dirty="0"/>
              <a:t>, </a:t>
            </a:r>
            <a:r>
              <a:rPr lang="ko-KR" altLang="en-US" dirty="0"/>
              <a:t>멘트도 함께 </a:t>
            </a:r>
            <a:endParaRPr lang="en-US" altLang="ko-KR" dirty="0"/>
          </a:p>
          <a:p>
            <a:pPr algn="ctr"/>
            <a:r>
              <a:rPr lang="ko-KR" altLang="en-US" dirty="0" err="1"/>
              <a:t>삽입되어야함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829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80</Words>
  <Application>Microsoft Office PowerPoint</Application>
  <PresentationFormat>와이드스크린</PresentationFormat>
  <Paragraphs>30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Pretendard</vt:lpstr>
      <vt:lpstr>Pretendard Bold</vt:lpstr>
      <vt:lpstr>맑은 고딕</vt:lpstr>
      <vt:lpstr>Arial</vt:lpstr>
      <vt:lpstr>Visa Dialect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Chloe C</dc:creator>
  <cp:lastModifiedBy>정은 배</cp:lastModifiedBy>
  <cp:revision>5</cp:revision>
  <dcterms:created xsi:type="dcterms:W3CDTF">2025-09-11T02:43:04Z</dcterms:created>
  <dcterms:modified xsi:type="dcterms:W3CDTF">2025-10-31T09:07:30Z</dcterms:modified>
</cp:coreProperties>
</file>